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9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6FE83E72-FB2D-48F5-8C4A-5E9179996A3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9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5" d="100"/>
          <a:sy n="75" d="100"/>
        </p:scale>
        <p:origin x="1594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9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9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9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9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9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9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7680" y="1300480"/>
            <a:ext cx="7376160" cy="855345"/>
          </a:xfrm>
        </p:spPr>
        <p:txBody>
          <a:bodyPr/>
          <a:lstStyle/>
          <a:p>
            <a:pPr algn="ctr"/>
            <a:r>
              <a:rPr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Digital Twin Networks and the OSI Model</a:t>
            </a:r>
            <a:endParaRPr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01440" y="4916107"/>
            <a:ext cx="6400800" cy="1752600"/>
          </a:xfrm>
        </p:spPr>
        <p:txBody>
          <a:bodyPr>
            <a:noAutofit/>
          </a:bodyPr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Presented </a:t>
            </a:r>
            <a:r>
              <a:rPr sz="1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by: </a:t>
            </a:r>
            <a:r>
              <a:rPr lang="en-US" sz="1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sz="1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Shane </a:t>
            </a:r>
            <a:r>
              <a:rPr lang="en-US" sz="1800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Rooney.A</a:t>
            </a:r>
            <a:r>
              <a:rPr lang="en-US" sz="1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[192511057] </a:t>
            </a:r>
            <a:endParaRPr lang="en-US" sz="1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Levin </a:t>
            </a:r>
            <a:r>
              <a:rPr lang="en-US" sz="1800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Anish.A</a:t>
            </a:r>
            <a:r>
              <a:rPr lang="en-US" sz="1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[192511223]</a:t>
            </a:r>
            <a:endParaRPr lang="en-US" sz="1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</a:t>
            </a:r>
            <a:r>
              <a:rPr lang="en-US" sz="1800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Balu.S</a:t>
            </a:r>
            <a:r>
              <a:rPr lang="en-US" sz="18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[</a:t>
            </a:r>
            <a:r>
              <a:rPr lang="en-US" sz="18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192572015]</a:t>
            </a:r>
            <a:endParaRPr lang="en-US" sz="18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8920" y="5354023"/>
            <a:ext cx="46888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 Black" panose="020B0A04020102020204" pitchFamily="34" charset="0"/>
                <a:cs typeface="Times New Roman" panose="02020503050405090304" pitchFamily="18" charset="0"/>
              </a:rPr>
              <a:t>Guided by:</a:t>
            </a:r>
            <a:endParaRPr lang="en-US" sz="2000" b="1" dirty="0">
              <a:latin typeface="Arial Black" panose="020B0A04020102020204" pitchFamily="34" charset="0"/>
              <a:cs typeface="Times New Roman" panose="02020503050405090304" pitchFamily="18" charset="0"/>
            </a:endParaRPr>
          </a:p>
          <a:p>
            <a:endParaRPr lang="en-US" sz="2000" b="1" dirty="0">
              <a:latin typeface="Arial Black" panose="020B0A04020102020204" pitchFamily="34" charset="0"/>
              <a:cs typeface="Times New Roman" panose="02020503050405090304" pitchFamily="18" charset="0"/>
            </a:endParaRPr>
          </a:p>
          <a:p>
            <a:r>
              <a:rPr lang="en-IN" sz="2000" b="1" dirty="0" err="1">
                <a:latin typeface="Arial Black" panose="020B0A04020102020204" pitchFamily="34" charset="0"/>
              </a:rPr>
              <a:t>Dr.V.PARTHIPAN</a:t>
            </a:r>
            <a:endParaRPr lang="en-IN" sz="2000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Introduction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54200"/>
            <a:ext cx="8229600" cy="4525963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Digital Twin Network (DTN) is a virtual copy of a real communication network.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Monitors, simulates and predicts network behavior.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Improves performance and reliability.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What is a DTN?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920" y="2199640"/>
            <a:ext cx="8229600" cy="4525963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Real-time digital model of physical devices.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Collects data from routers, switches and servers.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Uses AI for optimization.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Features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Real-time monitoring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Predictive maintenance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Fault detection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Performance optimization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Network simulation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Applications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5G/6G Networks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Cloud Computing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Smart Cities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Industrial IoT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Data Centers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OSI Model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9440" y="2057399"/>
            <a:ext cx="8229600" cy="4525963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OSI = Open Systems Interconnection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Standard by ISO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7 communication layers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OSI Layers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2920"/>
            <a:ext cx="8229600" cy="4525963"/>
          </a:xfrm>
        </p:spPr>
        <p:txBody>
          <a:bodyPr>
            <a:normAutofit fontScale="70000" lnSpcReduction="20000"/>
          </a:bodyPr>
          <a:lstStyle/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Application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Presentation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Session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Transport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Network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Data Link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Physical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3255"/>
            <a:ext cx="9144000" cy="50628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Functions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1680" y="1498600"/>
            <a:ext cx="8229600" cy="4525963"/>
          </a:xfrm>
        </p:spPr>
        <p:txBody>
          <a:bodyPr>
            <a:normAutofit fontScale="70000" lnSpcReduction="20000"/>
          </a:bodyPr>
          <a:lstStyle/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Application: User services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Presentation: Formatting &amp; encryption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Session: Connection management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Transport: Reliable delivery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Network: Routing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Data Link: Error detection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Physical: Transmission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DTN + OSI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54200"/>
            <a:ext cx="8229600" cy="4525963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Application: Monitoring dashboards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Transport: Performance analysis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Network: Routing optimization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Physical: Device monitoring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Advantages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15440"/>
            <a:ext cx="8229600" cy="4525963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Reduced downtime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Better security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Cost savings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Improved planning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Faster troubleshooting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Challenges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057399"/>
            <a:ext cx="8229600" cy="4525963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High implementation cost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Large data management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Privacy concerns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Complex integration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  <a:cs typeface="Times New Roman" panose="02020503050405090304" pitchFamily="18" charset="0"/>
              </a:rPr>
              <a:t>Conclusion</a:t>
            </a:r>
            <a:endParaRPr dirty="0">
              <a:latin typeface="Algerian" panose="04020705040A02060702" pitchFamily="82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240" y="2159000"/>
            <a:ext cx="8229600" cy="4525963"/>
          </a:xfrm>
        </p:spPr>
        <p:txBody>
          <a:bodyPr/>
          <a:lstStyle/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DTNs create intelligent virtual network models.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OSI provides the communication framework.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 sz="2200"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Together they enable smarter networking</a:t>
            </a:r>
            <a:r>
              <a:rPr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58496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9600" dirty="0">
                <a:latin typeface="Arial Black" panose="020B0A04020102020204" pitchFamily="34" charset="0"/>
              </a:rPr>
              <a:t>THANK YOU</a:t>
            </a:r>
            <a:endParaRPr lang="en-IN" sz="96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1553</Words>
  <Application>WPS Docs</Application>
  <PresentationFormat>On-screen Show (4:3)</PresentationFormat>
  <Paragraphs>133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SimSun</vt:lpstr>
      <vt:lpstr>Wingdings</vt:lpstr>
      <vt:lpstr>Wingdings 3</vt:lpstr>
      <vt:lpstr>Arial</vt:lpstr>
      <vt:lpstr>Times New Roman</vt:lpstr>
      <vt:lpstr>Arial Black</vt:lpstr>
      <vt:lpstr>Algerian</vt:lpstr>
      <vt:lpstr>苹方-简</vt:lpstr>
      <vt:lpstr>Microsoft YaHei</vt:lpstr>
      <vt:lpstr>汉仪旗黑</vt:lpstr>
      <vt:lpstr>Arial Unicode MS</vt:lpstr>
      <vt:lpstr>Trebuchet MS</vt:lpstr>
      <vt:lpstr>Calibri</vt:lpstr>
      <vt:lpstr>Helvetica Neue</vt:lpstr>
      <vt:lpstr>Facet</vt:lpstr>
      <vt:lpstr>Digital Twin Networks and the OSI Model</vt:lpstr>
      <vt:lpstr>Introduction</vt:lpstr>
      <vt:lpstr>What is a DTN?</vt:lpstr>
      <vt:lpstr>Features</vt:lpstr>
      <vt:lpstr>Applications</vt:lpstr>
      <vt:lpstr>OSI Model</vt:lpstr>
      <vt:lpstr>OSI Layers</vt:lpstr>
      <vt:lpstr>PowerPoint 演示文稿</vt:lpstr>
      <vt:lpstr>Functions</vt:lpstr>
      <vt:lpstr>DTN + OSI</vt:lpstr>
      <vt:lpstr>Advantages</vt:lpstr>
      <vt:lpstr>Challenges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Shane Rooney</dc:creator>
  <dc:description>generated using python-pptx</dc:description>
  <cp:lastModifiedBy>S Balu</cp:lastModifiedBy>
  <cp:revision>5</cp:revision>
  <dcterms:created xsi:type="dcterms:W3CDTF">2026-07-22T09:04:08Z</dcterms:created>
  <dcterms:modified xsi:type="dcterms:W3CDTF">2026-07-22T09:04:08Z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4A0A3F3FF1990ECD8787606AB0D8EB60_43</vt:lpwstr>
  </property>
  <property fmtid="{D5CDD505-2E9C-101B-9397-08002B2CF9AE}" pid="3" name="KSOProductBuildVer">
    <vt:lpwstr>1033-12.1.26035.26035</vt:lpwstr>
  </property>
</Properties>
</file>